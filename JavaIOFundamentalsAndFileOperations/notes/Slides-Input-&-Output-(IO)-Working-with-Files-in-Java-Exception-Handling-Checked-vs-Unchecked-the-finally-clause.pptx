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32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23B3-0367-268A-E7B3-D373C3BC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12DDF-2A3C-7D3F-9C68-62EB94CB3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AF649-9F03-E651-E711-90EC2C908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83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90B3-3417-CDE0-81C3-681D2868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E81DF-C470-BF4D-36B8-1AA296315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9D06C-776C-7233-8412-87D743BCE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40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D6CC-91F8-B194-6314-B0D94042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CB9E3-078E-6FEA-2F92-3C2623AD0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54D53-1E6F-7516-8DDB-8749A3802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637F-9277-5876-BB6B-A83FF43B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6167-46A6-5D50-D0D6-62F4987A3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85502-F081-D0D4-C55A-A5C7C7515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558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8819-38B3-6958-995C-D3230B1E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B4A21-53C9-14E7-0511-8E5D08DB9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D5F7D-47A8-5923-2AC8-F925286A3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11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F9A5-1764-82FB-E789-A4D2194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3EA2C-3131-F53D-E5E6-0CAAFCE25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43BF3-5E5F-DA24-463A-2067687FD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53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C759-65E3-5006-CFBA-1260642F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AD82C-EEA9-533C-A1D1-80C5C4564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70EF6-F9A7-6AE0-384B-8EEE0AB04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95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9EF1-3B95-7B2D-52A3-1642F340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FFC1D-AA9E-D053-7634-0E2F405AF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E2432-A5A8-2D5A-1E2D-0A7BD7D6C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95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7F39-3636-54C9-C53B-C635A196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CE3B8-DD60-011A-89DC-7B6661AED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965B0-E737-3E73-DC4D-1B999F03C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25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04DF-CB7F-E2B6-F22C-E9BEFB34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44A63A3C-2D7E-9A4A-AA02-A37687C9E0EB}"/>
              </a:ext>
            </a:extLst>
          </p:cNvPr>
          <p:cNvSpPr/>
          <p:nvPr/>
        </p:nvSpPr>
        <p:spPr>
          <a:xfrm>
            <a:off x="952498" y="459786"/>
            <a:ext cx="7926850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IOException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F591DFCF-D131-D398-4954-9CD570B161A9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74FB36F4-B377-70A8-B1DE-76D35AB5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FDACB24B-B60E-8481-2DB9-1496F545358B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661F0348-4CEB-2F96-D84C-86C016C9AFDA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1F478E-0428-7826-D0A6-29C046BCA64B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special kind of exception, called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Checked 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It's the parent class of many common exceptions you'll encounter, when working with external resources.</a:t>
            </a:r>
          </a:p>
        </p:txBody>
      </p:sp>
    </p:spTree>
    <p:extLst>
      <p:ext uri="{BB962C8B-B14F-4D97-AF65-F5344CB8AC3E}">
        <p14:creationId xmlns:p14="http://schemas.microsoft.com/office/powerpoint/2010/main" val="1508279240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90D2-2769-3ACD-769E-3462ED94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0C2638F3-C56A-1CBE-85F6-774FFEA57E0C}"/>
              </a:ext>
            </a:extLst>
          </p:cNvPr>
          <p:cNvSpPr/>
          <p:nvPr/>
        </p:nvSpPr>
        <p:spPr>
          <a:xfrm>
            <a:off x="952498" y="459786"/>
            <a:ext cx="12333505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Checked Exception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930724AC-F6C4-4ED0-2336-7ACB9C6A90E3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A1653A09-02A5-1E50-D3E1-DCFC0AF50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B95FC420-07D4-1CCE-1E35-D6CDD61C76E4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C5BA4638-02D5-1849-5115-73AEF59A7912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1EEF51-7D1A-5867-6FA4-13D206179733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checked exception represents an anticipated or common problem, that might occur.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imagine that a typo in the filename might be a common mistake, resulting in the system being unable to locate the file.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It's so common, that Java has a named exception just for that situation,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FileNotFoundException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which is a subclass of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453074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A7D5-ED6D-3538-0B6C-2BF76D03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>
            <a:extLst>
              <a:ext uri="{FF2B5EF4-FFF2-40B4-BE49-F238E27FC236}">
                <a16:creationId xmlns:a16="http://schemas.microsoft.com/office/drawing/2014/main" id="{DB6D3A47-99C5-2089-2B21-7FFEE9C2846B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80726A5C-98EC-3ACD-5D41-3092C2CC5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429E7A98-694F-A80D-3E6A-C3CD4A15367F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367098A9-30DC-F8EC-AFBC-CCB5307D3EDF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50D79F-AE42-21EF-831D-796D6D86DAA8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you handle a checked exception?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have two options.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wrap the statement that throws a checked exception, in a try catch block, and then handle the situation in the catch block.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Or, alternately, you can change the method signature, declaring a throws clause, and specifying this exception type.</a:t>
            </a:r>
          </a:p>
        </p:txBody>
      </p:sp>
      <p:sp>
        <p:nvSpPr>
          <p:cNvPr id="2" name="Shape 126">
            <a:extLst>
              <a:ext uri="{FF2B5EF4-FFF2-40B4-BE49-F238E27FC236}">
                <a16:creationId xmlns:a16="http://schemas.microsoft.com/office/drawing/2014/main" id="{8EEC4ED0-5468-AEE1-5D72-08E4BBBB517E}"/>
              </a:ext>
            </a:extLst>
          </p:cNvPr>
          <p:cNvSpPr/>
          <p:nvPr/>
        </p:nvSpPr>
        <p:spPr>
          <a:xfrm>
            <a:off x="952498" y="768704"/>
            <a:ext cx="34701807" cy="1431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8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Checked Exception must be caught or specified in the throws clause</a:t>
            </a:r>
          </a:p>
        </p:txBody>
      </p:sp>
    </p:spTree>
    <p:extLst>
      <p:ext uri="{BB962C8B-B14F-4D97-AF65-F5344CB8AC3E}">
        <p14:creationId xmlns:p14="http://schemas.microsoft.com/office/powerpoint/2010/main" val="3230789549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E6CF-5728-4D5A-88EB-69D859E8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2124958C-AFB9-2194-68D8-A6BD759702D9}"/>
              </a:ext>
            </a:extLst>
          </p:cNvPr>
          <p:cNvSpPr/>
          <p:nvPr/>
        </p:nvSpPr>
        <p:spPr>
          <a:xfrm>
            <a:off x="952498" y="459786"/>
            <a:ext cx="9175589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LBYL or EAFP?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5C7D0C78-E457-DDB8-0428-897F7E2EE3E1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0B8E1E9E-EE05-D878-5A29-CBEE4C649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FF766F3E-AEF9-F8E1-6855-4EDBAE2731CE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0BADCB8C-A4AA-5959-6163-22E8F90F2BE0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242C4-5261-D403-681E-3B4AFC5767EF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LBYL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stands for, "Look Before You Leap".  This style of coding involves checking for errors, before you perform an operation. </a:t>
            </a:r>
          </a:p>
          <a:p>
            <a:pPr algn="l">
              <a:spcAft>
                <a:spcPts val="5022"/>
              </a:spcAft>
            </a:pP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EAFP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stands for, "Easier to Ask Forgiveness than Permission".  This assumes an operation will usually succeed, and then handles any errors that occur, if they do occur.</a:t>
            </a:r>
          </a:p>
        </p:txBody>
      </p:sp>
    </p:spTree>
    <p:extLst>
      <p:ext uri="{BB962C8B-B14F-4D97-AF65-F5344CB8AC3E}">
        <p14:creationId xmlns:p14="http://schemas.microsoft.com/office/powerpoint/2010/main" val="299991466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13EB-4229-F1E4-2051-8338B09F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805FA3E9-5952-708C-8C2E-7D0BC86A7065}"/>
              </a:ext>
            </a:extLst>
          </p:cNvPr>
          <p:cNvSpPr/>
          <p:nvPr/>
        </p:nvSpPr>
        <p:spPr>
          <a:xfrm>
            <a:off x="952498" y="459786"/>
            <a:ext cx="1959190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is Better, LBYL or EAFP?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614CD4A6-E378-8AA4-19C1-0A10929041C0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A6B1D870-8130-B578-5710-837D11FDA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18FC3124-DC28-0B93-B9E7-CC67CB12F30A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FBC2FCB1-FE7B-3CF4-17AD-D3A7426AED74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E74613-DFB2-F48D-6BAE-EC7AB76B9AD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Like all questions about software, the answer is, that depends.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A74AF3-0E12-2AB9-B941-0C091DB1A81F}"/>
              </a:ext>
            </a:extLst>
          </p:cNvPr>
          <p:cNvGraphicFramePr>
            <a:graphicFrameLocks noGrp="1"/>
          </p:cNvGraphicFramePr>
          <p:nvPr/>
        </p:nvGraphicFramePr>
        <p:xfrm>
          <a:off x="952499" y="6200120"/>
          <a:ext cx="34782669" cy="6663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3427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13129621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  <a:gridCol w="13129621">
                  <a:extLst>
                    <a:ext uri="{9D8B030D-6E8A-4147-A177-3AD203B41FA5}">
                      <a16:colId xmlns:a16="http://schemas.microsoft.com/office/drawing/2014/main" val="3999254631"/>
                    </a:ext>
                  </a:extLst>
                </a:gridCol>
              </a:tblGrid>
              <a:tr h="1284430">
                <a:tc>
                  <a:txBody>
                    <a:bodyPr/>
                    <a:lstStyle/>
                    <a:p>
                      <a:pPr marL="180000" algn="l"/>
                      <a:r>
                        <a:rPr lang="en-US" sz="5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Feature</a:t>
                      </a:r>
                      <a:endParaRPr lang="en-PH" sz="5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5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LBYL</a:t>
                      </a:r>
                      <a:endParaRPr lang="en-PH" sz="5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PH" sz="5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EAFP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1951496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4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Approach</a:t>
                      </a:r>
                      <a:endParaRPr lang="en-PH" sz="4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48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Check for errors before performing an operation.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48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Assume that the operation will succeed and handle any errors that occur.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1494009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48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Advantages</a:t>
                      </a:r>
                      <a:endParaRPr lang="en-PH" sz="48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48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Can be more efficient if errors are rare.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48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Can be more concise and easier to read.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863483"/>
                  </a:ext>
                </a:extLst>
              </a:tr>
              <a:tr h="1933329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48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Disadvantages</a:t>
                      </a:r>
                      <a:endParaRPr lang="en-PH" sz="4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48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Can be more verbose if errors are common.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48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Can be more difficult to debug if errors are unexpected.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307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00331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A48B8-61FC-296E-EC2A-09DFF88B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86F1572C-A695-F3ED-4AE1-E1BDB7E925E7}"/>
              </a:ext>
            </a:extLst>
          </p:cNvPr>
          <p:cNvSpPr/>
          <p:nvPr/>
        </p:nvSpPr>
        <p:spPr>
          <a:xfrm>
            <a:off x="952498" y="459786"/>
            <a:ext cx="2872100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you recognize a Checked Exception?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E142EF50-4BAB-CBA6-2B7A-AA53B2548F3C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BEC58EF5-5D7E-7DE9-819E-D85378AD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C644D233-3ABC-3DAC-41D9-01BB85760125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A7E1DCBB-ADDC-62A1-6C6A-C66940F09693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58CED-9227-B7AA-A676-8850F3086711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you're coding with an IDE, it's pretty easy to recognize one, because your code won't compile, if one is thrown from code you're calling.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checked exception means it's NOT an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unchecked 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Unchecked 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an instance of a </a:t>
            </a:r>
            <a:r>
              <a:rPr lang="en-US" sz="64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RuntimeException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one of its subclasses.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me just pull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RuntimeException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up, in the API documentation.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6334FD-CC93-02FA-4AB3-5B44D8C7B499}"/>
              </a:ext>
            </a:extLst>
          </p:cNvPr>
          <p:cNvGraphicFramePr>
            <a:graphicFrameLocks noGrp="1"/>
          </p:cNvGraphicFramePr>
          <p:nvPr/>
        </p:nvGraphicFramePr>
        <p:xfrm>
          <a:off x="952498" y="12107936"/>
          <a:ext cx="34782668" cy="1933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82668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</a:tblGrid>
              <a:tr h="1933329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4800" b="0" u="sng" dirty="0">
                          <a:solidFill>
                            <a:schemeClr val="accent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https://docs.oracle.com/en/java/javase/17/docs/api/java.base/java/lang/RuntimeException.html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307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60130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F4E4-A7FE-03B3-C34D-E780D85D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515ED319-606D-28DC-7A47-F339DBDC7CB3}"/>
              </a:ext>
            </a:extLst>
          </p:cNvPr>
          <p:cNvSpPr/>
          <p:nvPr/>
        </p:nvSpPr>
        <p:spPr>
          <a:xfrm>
            <a:off x="952498" y="459786"/>
            <a:ext cx="1117453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012A5EE0-2313-E041-F9B6-57AD6A5DE1C0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E8FF8363-D19E-7E0D-C3E0-9785DDD9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494ED386-3D57-7B75-7461-839351259697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FDA00350-2DCE-5B12-4A09-5C7A7D67B22B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2237DA-EED6-08F4-E5D9-2F2BB326458B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finally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clause is used in conjunction with a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try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statement.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traditional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try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statement requires either a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catch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a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finally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clause or can include both.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finally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clause is always declared after 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catch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block if one is declared.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finally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block's code is always executed, regardless of what happens in 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try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catch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blocks.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finally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block does not have access to either the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try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catch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block's local variables.</a:t>
            </a:r>
          </a:p>
        </p:txBody>
      </p:sp>
    </p:spTree>
    <p:extLst>
      <p:ext uri="{BB962C8B-B14F-4D97-AF65-F5344CB8AC3E}">
        <p14:creationId xmlns:p14="http://schemas.microsoft.com/office/powerpoint/2010/main" val="66575329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9BDB-818B-E238-494F-361F899F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F15BD347-5A3E-636A-1090-68C43F4D51C9}"/>
              </a:ext>
            </a:extLst>
          </p:cNvPr>
          <p:cNvSpPr/>
          <p:nvPr/>
        </p:nvSpPr>
        <p:spPr>
          <a:xfrm>
            <a:off x="952498" y="459786"/>
            <a:ext cx="2649924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purpose of the finally clause?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041B0A62-09A7-EBEB-C68F-63D3D2C570C9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B61A55BD-12D6-9380-D508-9304A1AC7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7AA7F296-AA0E-F71F-671D-DDFAC749FC81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312FDC8D-820D-B3FA-D634-D1FBE6802975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416352-1160-D763-A160-445EAA9E0F81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original purpose for the finally clause was to have a single block of code to perform cleanup operations.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included closing open connections, releasing locks, and/or freeing up resources.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clause ensured that this code was executed, both during normal completion as well as in the event of an exception.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try with resources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syntax, introduced in JDK7, is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better approach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than using the finally clause for closing resources.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 can be used to execute other important tasks, such as logging or updating the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337348636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0FDC-EC18-76E0-EAD3-4DCCA04C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F5FB9540-6A78-A624-6C4E-1AEA6BE53CCE}"/>
              </a:ext>
            </a:extLst>
          </p:cNvPr>
          <p:cNvSpPr/>
          <p:nvPr/>
        </p:nvSpPr>
        <p:spPr>
          <a:xfrm>
            <a:off x="952498" y="459786"/>
            <a:ext cx="2649924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 of using the finally clause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F03F0DE4-B11F-ACE1-BE83-67CB3E90EF2C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C5E1A40F-91A2-4506-AD45-5971BDF25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B62CD734-A5D6-8047-C4E4-4CA45AC86C17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934E269C-24B5-5C26-A4C7-3472B53D3E7F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Handling: Checked vs. Unchecked,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finally clause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D73502-1DA4-22BE-6000-C8BEF9D437EA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1143000" indent="-114300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can be difficult to read and understand code, that uses this clause.</a:t>
            </a:r>
          </a:p>
          <a:p>
            <a:pPr marL="1143000" indent="-114300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can be used to hide errors, which can make debugging more difficult.</a:t>
            </a:r>
          </a:p>
          <a:p>
            <a:pPr marL="1143000" indent="-114300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execute code that's not related to cleanup tasks, this will make it harder to maintain your code.</a:t>
            </a:r>
          </a:p>
        </p:txBody>
      </p:sp>
    </p:spTree>
    <p:extLst>
      <p:ext uri="{BB962C8B-B14F-4D97-AF65-F5344CB8AC3E}">
        <p14:creationId xmlns:p14="http://schemas.microsoft.com/office/powerpoint/2010/main" val="3295267283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813</Words>
  <Application>Microsoft Office PowerPoint</Application>
  <PresentationFormat>Custom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Helvetica</vt:lpstr>
      <vt:lpstr>Helvetica Light</vt:lpstr>
      <vt:lpstr>Helvetica Neue</vt:lpstr>
      <vt:lpstr>Open Sans</vt:lpstr>
      <vt:lpstr>Roboto Mono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Keane Hubert Ang</cp:lastModifiedBy>
  <cp:revision>167</cp:revision>
  <dcterms:modified xsi:type="dcterms:W3CDTF">2024-12-12T03:58:47Z</dcterms:modified>
</cp:coreProperties>
</file>